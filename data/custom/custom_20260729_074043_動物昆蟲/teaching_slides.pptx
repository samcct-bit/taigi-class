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動物昆蟲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國中八年級｜45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[1-Ⅳ-1] 能聽懂常用的臺灣台語生活對話。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[1-Ⅳ-2] 能聽懂簡易的廣播、媒體與數位教學內容。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[2-Ⅳ-1] 能使用簡單的臺灣台語進行日常溝通。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[Aa-Ⅳ-1] 日常生活常用詞彙與生活會話。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[Aa-Ⅳ-2] 教育部臺灣台語羅馬字拼音方案（臺羅）基本拼讀與調音標記。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[Ab-Ⅳ-1] 數量詞、時間詞與空間词之應用。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蟲豸｜thâng-thuā｜pending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蜘蛛｜Ti-tu｜pending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蟧蜈｜lâ-giâ｜pending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阿偉：我看著一隻蟲豸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guá khuànn-tio̍h tsi̍t tsiah thâng-thuā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阿明：伊是一隻蜘蛛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I sī tsi̍t tsiah ti-tu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阿偉：咱去睜睜看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lán khì tsing tsing khuànn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阿明：無閣愛看，伊會咬人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bô koh ài khuànn,i ē kā-lâng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阿偉看著什麼?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答案：一隻蟲豸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阿明說蜘蛛會怎樣?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答案：會咬人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阿偉和阿明要做什麼?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答案：去睜睜看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【Lisa的臺語教室 51】17種蟲豸ê臺語｜第四學習階段｜video｜【Lisa的臺語教室 51】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聲音足趣味－《穎仔穎仔育》EP8｜第二學習階段｜video｜公視台語台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1-01 臺語版《心靈環保兒童生活教育動畫1》01 北極熊的請求｜第一學習階段｜video｜法鼓山DDM官方頻道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