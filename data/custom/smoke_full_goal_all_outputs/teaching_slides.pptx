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B3C30"/>
                </a:solidFill>
                <a:latin typeface="Microsoft JhengHei"/>
              </a:rPr>
              <a:t>情境會話：有機菜蔬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57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8860B"/>
                </a:solidFill>
                <a:latin typeface="Microsoft JhengHei"/>
              </a:rPr>
              <a:t>國中七年級｜45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7069"/>
                </a:solidFill>
                <a:latin typeface="Microsoft JhengHei"/>
              </a:rPr>
              <a:t>依據官方教材索引與 108 課綱輔助生成，教師審核後使用。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學習目標與課綱連結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用於課堂導入與教師備課確認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[1-Ⅳ-1] 能聽懂常用的臺灣台語生活對話。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[1-Ⅳ-2] 能聽懂簡易的廣播、媒體與數位教學內容。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[2-Ⅳ-1] 能使用簡單的臺灣台語進行日常溝通。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[Aa-Ⅳ-1] 日常生活常用詞彙與生活會話。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[Aa-Ⅳ-2] 教育部臺灣台語羅馬字拼音方案（臺羅）基本拼讀與調音標記。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[Ab-Ⅳ-1] 數量詞、時間詞與空間词之應用。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核心詞彙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漢字、臺羅與華語意義對照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菜蔬｜Tshài-se｜蔬菜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有機｜Iú-ki｜有機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田園｜tshân-hn̂g｜田園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種作｜Tsìng-tsoh｜種植耕作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情境會話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可搭配聽說練習與角色扮演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老師：今仔日咱欲認捌有機菜蔬。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kin-á-ji̍t lán beh jīn-bat iú-ki tshài-se.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學生：有機菜蔬是按怎種作的？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Iú-ki tshài-se sī-án-tsuánn tsìng-tsoh ê?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老師：咱會當觀察田園，閣學菜蔬的講法。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lán ē-tàng kuan-tshat tshân-hn̂g,koh o̍h tshài-se ê kóng-huat.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課堂測驗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可轉作紙本考卷或互動網站題目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1. 本單元主題是哪一項？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答案：有機菜蔬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2. 「菜蔬」的華語意思是什麼？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答案：蔬菜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3. 哪一個詞和農田觀察最相關？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答案：田園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官方教材延伸素材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食物與市場：【閩南語教案和學習單】臺南佳里ê有機菜蔬，報你知！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1 108 課綱本土語言數位教材專區 閩南語文-第五學習階段教案示例 領域/科目 語文領域-本土語文（閩南語文） 設計者 鄭凱元 老師 實施年級 高中一年級 總節數 1 節，共 50 分鐘 單元名稱 臺南佳里ê有機菜蔬，報你知！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設計依據 學習 重點 學習表現 ⚫ 1-V-1 能聆聽並理解閩南語 在使用上的意義。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⚫ 1-V-2 能聽辨閩南語的表 達，並正確分析話語中的訊 息。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⚫ 2-V-1 能以流利的閩南語口 語精確表達、溝通互動。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⚫ 4-V-1 能理解閩南語文的語 法，敘寫具體的看法。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來源：【閩南語教案和學習單】臺南佳里ê有機菜蔬，報你知！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官方教材延伸素材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臺羅拼音：【閩南語教案和學習單】臺南佳里ê有機菜蔬，報你知！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閩-U-A1 理解閩南語文的思考模式、特色與 地位，進而建立自信心，有效規劃 個人生涯。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閩-U-A2 具備運用閩南語文進行推理批判、 綜合歸納的能力，並反思語言與生 活的關係，以解決相關問題、適應 未來社會。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閩-U-B1 理解閩南語文結構、變化、及意 涵，具備運用閩南語文的思辨及創 作能力，並能於各項社會活動之中 表達及溝通。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學習內容 ◎Aa-V-1 羅馬拼音。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來源：【閩南語教案和學習單】臺南佳里ê有機菜蔬，報你知！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官方教材參考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後續產出教材時可追溯來源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【閩南語教案和學習單】臺南佳里ê有機菜蔬，報你知！｜第五學習階段｜learning_resource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《收成ê彼一工》EP29－台南佳里ê有機菜蔬｜第三學習階段｜video｜公視台語兒少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台語 《收成ê彼一工》完整版EP29｜台南佳里ê有機菜蔬｜第五學習階段｜video｜台語兒少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