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B3C30"/>
                </a:solidFill>
                <a:latin typeface="Microsoft JhengHei"/>
              </a:rPr>
              <a:t>情境會話：動物相關句子或語詞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8860B"/>
                </a:solidFill>
                <a:latin typeface="Microsoft JhengHei"/>
              </a:rPr>
              <a:t>國小三年級｜45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7069"/>
                </a:solidFill>
                <a:latin typeface="Microsoft JhengHei"/>
              </a:rPr>
              <a:t>依據官方教材索引與 108 課綱輔助生成，教師審核後使用。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學習目標與課綱連結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用於課堂導入與教師備課確認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能理解本單元核心詞彙。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能在情境中聽辨並使用臺語句型。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能完成課堂互動測驗。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核心詞彙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漢字、臺羅與華語意義對照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食飯｜tsia̍h-pn̄g｜吃飯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讀冊｜tha̍k-tsheh｜讀書/上學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多謝｜to-siā｜謝謝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情境會話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可搭配聽說練習與角色扮演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老師：學生，咱準備欲來食飯無？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ha̍k-sing,lán tsún-pī beh lâi tsia̍h-pn̄g-bô?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學生：有啊，我腹肚真枵，多謝老師！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ū Ah,guá pak-tóo tsin iau,to-siā lāu-su!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老師：食飽了後，咱欲來去讀冊囉！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Tsia̍h-pá liáu-āu,lán beh lâi-khì tha̍k-tsheh lō!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課堂測驗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可轉作紙本考卷或互動網站題目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1. 「食飯」的台羅發音是什麼？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答案：tsia̍h-pn̄g (tsiah8-png7)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2. 學生說他很餓，「肚子餓」的台語怎麼寫？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答案：腹肚真枵 (pak4-too2 tsin1 iau1)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3. 「讀冊」的華語意思是什麼？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答案：讀書/上學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官方教材參考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後續產出教材時可追溯來源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嘴巴台語唸「喙」請問「好喙斗」是什麼意思？｜第三學習階段｜website_tool｜百變智多星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台味早頓店—「bá-tah」—奶油｜第三學習階段｜video｜公視台語台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台語的說話藝術【食物篇】 #激骨話.ᐟ.ᐟ｜第四學習階段｜text_reference｜【文化部】台語的說話藝術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【台語文特輯21】第二主題：臺語華語對照(上)｜第五學習階段｜video｜文化部 雲林故事人協會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Pikmin（皮克敏）相關語詞｜第四學習階段｜interactive｜阿東的哩哩叩叩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