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3C30"/>
                </a:solidFill>
                <a:latin typeface="Microsoft JhengHei"/>
              </a:rPr>
              <a:t>水果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8860B"/>
                </a:solidFill>
                <a:latin typeface="Microsoft JhengHei"/>
              </a:rPr>
              <a:t>國中七年級｜45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7069"/>
                </a:solidFill>
                <a:latin typeface="Microsoft JhengHei"/>
              </a:rPr>
              <a:t>依據官方教材索引與 108 課綱輔助生成，教師審核後使用。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學習目標與課綱連結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用於課堂導入與教師備課確認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[1-Ⅳ-1] 能聽懂常用的臺灣台語生活對話。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[1-Ⅳ-2] 能聽懂簡易的廣播、媒體與數位教學內容。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[2-Ⅳ-1] 能使用簡單的臺灣台語進行日常溝通。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[Aa-Ⅳ-1] 日常生活常用詞彙與生活會話。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[Aa-Ⅳ-2] 教育部臺灣台語羅馬字拼音方案（臺羅）基本拼讀與調音標記。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[Ab-Ⅳ-1] 數量詞、時間詞與空間词之應用。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核心詞彙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漢字、臺羅與華語意義對照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果子｜kué-tsí｜水果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芭蕉｜pa-tsio｜pending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西瓜｜si-kue｜pending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情境會話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可搭配聽說練習與角色扮演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阿偉：我愛吃西瓜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guá ài gut si-kue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阿明：我最愛吃芭蕉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guá tsuè ài gut pa-tsio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阿偉：你有沒有吃過龍眼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lí iú bu̍t ū gut kuè lîng-gíng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阿明：有，我覺得很好吃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Ū,guá kak tit hún hó gut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課堂測驗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可轉作紙本考卷或互動網站題目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1. 阿偉最愛吃的水果是什麼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答案：西瓜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2. 阿明最愛吃的水果是什麼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答案：芭蕉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3. 阿偉問阿明有沒有吃過什麼水果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答案：龍眼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官方教材延伸素材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食物與市場：12年國民基本教育本土語文教材教法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249 第十章 本土語文差異化 教學 活動二：上市場買水果 學生分成兩隊，1 組 4-6 人，將水果圖卡 2 套散落在桌上。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老師示範：「請同學在桌上找出老師要買的水果，先找到貼在黑板 上得一分，依序輪流找到老師要買的水果。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」 或由 A 或 B 組學生 2 人一組擔任買水果的人，C 組自己擔任買水果 的人，以此類推，協助學生熟悉語詞。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三Ă、綜合活動： 1. 搭配教學電子書，複習本課課文。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2. 提示下週任務，預習下一節課的課文內容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來源：12年國民基本教育本土語文教材教法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官方教材延伸素材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食物與市場：12年國民基本教育本土語文教材教法（第二版）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249 第十章_x0007_本土語文差異化 教學 活動二：上市場買水果 學生分成兩隊，1 組 4-6 人，將水果圖卡 2 套散落在桌上。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老師示範：「請同學在桌上找出老師要買的水果，先找到貼在黑板 上得一分，依序輪流找到老師要買的水果。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」 或由 A 或 B 組學生 2 人一組擔任買水果的人，C 組自己擔任買水果 的人，以此類推，協助學生熟悉語詞。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三Ă、綜合活動： 1. 搭配教學電子書，複習本課課文。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2. 提示下週任務，預習下一節課的課文內容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來源：12年國民基本教育本土語文教材教法（第二版）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官方教材參考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後續產出教材時可追溯來源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水果ê台語量詞按怎講？｜第四學習階段｜video｜【Lisa的臺語教室 80】WaWa TV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【嘎學生講台語#4】講出這10個蔬菜水果的台語，就有獎金1萬元！（feat.中正大學、中央大學）｜第五學習階段｜website_tool｜蔡阿嘎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【台語聽有無】冬季水果相關台語按怎講｜第一學習階段｜video｜鏡電視：【台語聽有無】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Lē-gio̍k的互動小遊戲｜第四學習階段｜interactive｜林麗玉老師製作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