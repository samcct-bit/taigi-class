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俗語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國小五年級｜45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能理解本單元核心詞彙。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能在情境中聽辨並使用臺語句型。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能完成課堂互動測驗。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俗語｜Sio̍k-gí｜pending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典故｜tián-kòo｜pending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諺語｜gān-gí｜pending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阿明：我聽過一個俗語，叫做『講一个影，生一个囝』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Guá thiann-kuè tsi̍t kò sio̍k-gí,kiò-tsò‘kóng tsi̍t-ê iánn,senn tsi̍t-ê kiánn’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阿明：這個俗語是什麼意思呢？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tsit kò sio̍k-gí sī si̍p móo ì-sù neh?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老師：這個俗語的意思是『謠言的威力不可小覷』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tsit kò sio̍k-gí ê ì-sù sī‘iâu-giân ê ui-li̍k put-khó sió tshuh’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阿明：原來如此，我知道了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Guân-lâi jû-tshú,guá tsai tō liáu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『講一个影，生一个囝』的意思是什麼？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答案：謠言的威力不可小覷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為什麼要學習俗語？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答案：為了了解更多的台語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如何使用俗語在日常生活中？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答案：用來描述情感和想法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【陪你學台語 #6】「好心予雷唚」是啥物意思？簡單又道地的俗語篇｜第五學習階段｜video｜台南妹仔講台語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《臺灣俗語 逐工一句》人情世事陪到到，無鼎閣無灶｜第四學習階段｜video｜華視台語頻道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講一个影，生一个囝｜台灣俗語 逐工一句｜第五學習階段｜video｜華視台語頻道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