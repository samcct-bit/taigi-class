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0B3C30"/>
                </a:solidFill>
                <a:latin typeface="Microsoft JhengHei"/>
              </a:rPr>
              <a:t>情境會話：介紹 有機蔬菜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57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B8860B"/>
                </a:solidFill>
                <a:latin typeface="Microsoft JhengHei"/>
              </a:rPr>
              <a:t>國小三年級｜45 分鐘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F7069"/>
                </a:solidFill>
                <a:latin typeface="Microsoft JhengHei"/>
              </a:rPr>
              <a:t>依據官方教材索引與 108 課綱輔助生成，教師審核後使用。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學習目標與課綱連結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用於課堂導入與教師備課確認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能理解本單元核心詞彙。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能在情境中聽辨並使用臺語句型。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能完成課堂互動測驗。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核心詞彙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漢字、臺羅與華語意義對照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菜蔬｜Tshài-se｜蔬菜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有機｜Iú-ki｜有機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田園｜tshân-hn̂g｜田園</a:t>
            </a:r>
          </a:p>
          <a:p>
            <a:pPr>
              <a:defRPr sz="2100">
                <a:solidFill>
                  <a:srgbClr val="2F3E46"/>
                </a:solidFill>
                <a:latin typeface="Microsoft JhengHei"/>
              </a:defRPr>
            </a:pPr>
            <a:r>
              <a:t>種作｜Tsìng-tsoh｜種植耕作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情境會話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可搭配聽說練習與角色扮演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老師：今仔日咱欲認捌有機菜蔬。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kin-á-ji̍t lán beh jīn-bat iú-ki tshài-se.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學生：有機菜蔬是按怎種作的？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Iú-ki tshài-se sī-án-tsuánn tsìng-tsoh ê?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老師：咱會當觀察田園，閣學菜蔬的講法。</a:t>
            </a:r>
          </a:p>
          <a:p>
            <a:pPr>
              <a:defRPr sz="1800">
                <a:solidFill>
                  <a:srgbClr val="2F3E46"/>
                </a:solidFill>
                <a:latin typeface="Microsoft JhengHei"/>
              </a:defRPr>
            </a:pPr>
            <a:r>
              <a:t>  lán ē-tàng kuan-tshat tshân-hn̂g,koh o̍h tshài-se ê kóng-huat.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課堂測驗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可轉作紙本考卷或互動網站題目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1. 本單元主題是哪一項？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答案：有機菜蔬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2. 「菜蔬」的華語意思是什麼？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答案：蔬菜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3. 哪一個詞和農田觀察最相關？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   答案：田園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遊戲互動：12年國民基本教育本土語文教材教法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171 第七章 本土語文主題式 教學 第四節 行Ă客家十二節慶 1. 引起動機： 介紹阿知牯聊天機器人 2. 發展活動： ⑴_x0001_教師教學生使用阿知牯聊天機器人華轉客功能，並練 習客語每日一句。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⑵將介紹客家節慶盒的華語轉為客語文字內容。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3. 評量活動： ⑴使用客語介紹客家節慶盒。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⑶上傳 facebook 行Ă貓裏社團。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一、口語評量： 1. Ă將客家節慶盒的 資料華轉客，並 練習使用客語表 達。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來源：12年國民基本教育本土語文教材教法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官方教材延伸素材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遊戲互動：12年國民基本教育本土語文教材教法（第二版）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171 第七章_x0007_本土語文主題式 教學 第四節 行Ă客家十二節慶 1. 引起動機： 介紹阿知牯聊天機器人 2. 發展活動： ⑴_x0001_教師教學生使用阿知牯聊天機器人華轉客功能，並練 習客語每日一句。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⑵將介紹客家節慶盒的華語轉為客語文字內容。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3. 評量活動： ⑴使用客語介紹客家節慶盒。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⑶上傳 facebook 行Ă貓裏社團。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一、口語評量： 1. Ă將客家節慶盒的 資料華轉客，並 練習使用客語表 達。</a:t>
            </a:r>
          </a:p>
          <a:p>
            <a:pPr>
              <a:defRPr sz="1600">
                <a:solidFill>
                  <a:srgbClr val="2F3E46"/>
                </a:solidFill>
                <a:latin typeface="Microsoft JhengHei"/>
              </a:defRPr>
            </a:pPr>
            <a:r>
              <a:t>來源：12年國民基本教育本土語文教材教法（第二版）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C30"/>
                </a:solidFill>
                <a:latin typeface="Microsoft JhengHei"/>
              </a:rPr>
              <a:t>官方教材參考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F7069"/>
                </a:solidFill>
                <a:latin typeface="Microsoft JhengHei"/>
              </a:rPr>
              <a:t>後續產出教材時可追溯來源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27432"/>
          </a:xfrm>
          <a:prstGeom prst="rect">
            <a:avLst/>
          </a:prstGeom>
          <a:solidFill>
            <a:srgbClr val="B8860B"/>
          </a:solidFill>
          <a:ln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台語 《收成ê彼一工》完整版EP29｜台南佳里ê有機菜蔬｜第五學習階段｜video｜台語兒少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大甲媽祖、白沙屯媽祖進香的民俗文化介紹｜第五學習階段｜website_tool｜米粉老師的台語教室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自我介紹九宮格｜第五學習階段｜website_tool｜【米粉老師的台語教室】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《公視兒少》弄獅採青上歡喜( 第44集)｜第三學習階段｜video｜《公視兒少》</a:t>
            </a:r>
          </a:p>
          <a:p>
            <a:pPr>
              <a:defRPr sz="1700">
                <a:solidFill>
                  <a:srgbClr val="2F3E46"/>
                </a:solidFill>
                <a:latin typeface="Microsoft JhengHei"/>
              </a:defRPr>
            </a:pPr>
            <a:r>
              <a:t>《收成ê彼一工》EP29－台南佳里ê有機菜蔬｜第三學習階段｜video｜公視台語兒少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